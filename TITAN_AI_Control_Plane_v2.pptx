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TITAN AI Control Plane – Clean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28016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Omran Ahmad</a:t>
            </a:r>
          </a:p>
          <a:p>
            <a:pPr>
              <a:defRPr sz="1200"/>
            </a:pPr>
            <a:r>
              <a:t>Chairman / Owner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TITAN – Decision Engine</a:t>
            </a:r>
          </a:p>
          <a:p>
            <a:pPr>
              <a:defRPr sz="1200"/>
            </a:pPr>
            <a:r>
              <a:t>• Governance &amp; policy</a:t>
            </a:r>
            <a:br/>
            <a:r>
              <a:t>• Approvals &amp; constraints</a:t>
            </a:r>
            <a:br/>
            <a:r>
              <a:t>• Strategic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JARVIS – Execution Layer</a:t>
            </a:r>
          </a:p>
          <a:p>
            <a:pPr>
              <a:defRPr sz="1200"/>
            </a:pPr>
            <a:r>
              <a:t>• Workflow automation</a:t>
            </a:r>
            <a:br/>
            <a:r>
              <a:t>• Job runners</a:t>
            </a:r>
            <a:br/>
            <a:r>
              <a:t>• Monitoring &amp;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AION-ZERO – Memory &amp; Learning Core</a:t>
            </a:r>
          </a:p>
          <a:p>
            <a:pPr>
              <a:defRPr sz="1200"/>
            </a:pPr>
            <a:r>
              <a:t>• Persistent knowledge</a:t>
            </a:r>
            <a:br/>
            <a:r>
              <a:t>• Embeddings &amp; logs</a:t>
            </a:r>
            <a:br/>
            <a:r>
              <a:t>• Retrieval for TITAN/JARVIS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5486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Autonomy Loop (Always-On)</a:t>
            </a:r>
          </a:p>
          <a:p>
            <a:pPr>
              <a:defRPr sz="1200"/>
            </a:pPr>
            <a:r>
              <a:t>LearnBot – continuous learning</a:t>
            </a:r>
            <a:br/>
            <a:r>
              <a:t>HealBot – self-healing</a:t>
            </a:r>
            <a:br/>
            <a:r>
              <a:t>ImproveBot – self-improvement</a:t>
            </a:r>
            <a:br/>
            <a:r>
              <a:t>PatchBot – safe fixes &amp; upgrades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Legend</a:t>
            </a:r>
          </a:p>
          <a:p>
            <a:pPr>
              <a:defRPr sz="1200"/>
            </a:pPr>
            <a:r>
              <a:t>Decision Engine → decides &amp; governs</a:t>
            </a:r>
            <a:br/>
            <a:r>
              <a:t>Execution → runs actions</a:t>
            </a:r>
            <a:br/>
            <a:r>
              <a:t>Memory &amp; Learning → remembers, learns, retrieves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